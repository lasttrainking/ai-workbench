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Workbench：资料—知识—任务—执行闭环系统的设计与实现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['毕业设计答辩 · 计算机专业 · 15 分钟', '选题：资料分散、AI 使用不可追溯', '方案：闭环优先、分层解耦、本地优先', '交付：五层后端 + 22 张表 + AI 模块 + 测试记录', '路线：系统架构 → 数据库设计 → AI 模块 → 测试与结论']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Workbench：资料—知识—任务—执行闭环系统的设计与实现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毕业设计答辩 · 计算机专业 · 15 分钟</a:t>
            </a:r>
          </a:p>
          <a:p>
            <a:r>
              <a:t>选题：资料分散、AI 使用不可追溯</a:t>
            </a:r>
          </a:p>
          <a:p>
            <a:r>
              <a:t>方案：闭环优先、分层解耦、本地优先</a:t>
            </a:r>
          </a:p>
          <a:p>
            <a:r>
              <a:t>交付：五层后端 + 22 张表 + AI 模块 + 测试记录</a:t>
            </a:r>
          </a:p>
          <a:p>
            <a:r>
              <a:t>路线：系统架构 → 数据库设计 → AI 模块 → 测试与结论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